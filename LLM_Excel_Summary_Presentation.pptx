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LLM-Powered Excel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Automated Traffic &amp; Session Data Processing with AI Summaries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Automated Excel processing system for traffic and session data analysis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Integrates Large Language Models (LLM) via OpenRouter API for intelligent summaries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Automatically calculates key metrics: Totals, YOY%, and Month-over-Month changes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Generates comprehensive AI-powered insights for each data table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Designed to streamline financial and traffic data analysis workflows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Eliminates manual calculation errors and provides contextual understanding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Python 3.x - Core programming language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openpyxl - Excel file manipulation and data processing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requests - HTTP client for API communication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OpenRouter API - LLM integration platform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DeepSeek R1T2 Chimera Model - Advanced reasoning LLM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Microsoft Excel - Data input/output format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Two-Pass Processing System: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Pass 1: Data Calculation (Totals, YOY%, LM%)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Pass 2: LLM Summary Generation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Modular Function Design: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Table boundary detection and parsing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Safe data type conversion and validation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Calculation engine with optional LLM validation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• AI-powered summary generation with structured prompts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API Integration: OpenRouter REST API for LLM inference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Load Excel workbook and identify data tables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Detect table boundaries (header, data rows, totals)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Calculate metrics for each table: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Sum totals for 2024 and 2025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Year-over-Year (YOY) percentage changes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Last Month (LM) month-over-month changes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Collect table data and format for LLM analysis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5. Generate AI summaries with structured prompts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6. Write summaries back to Excel (Column H)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7. Save updated workbook with all calculations and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Automation: Eliminates manual calculation and analysis work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Accuracy: Automated calculations reduce human error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Intelligence: AI provides contextual insights beyond raw numbers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Scalability: Processes multiple tables in a single run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5. Consistency: Standardized analysis format across all tables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6. Time-saving: Reduces hours of manual work to minutes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7. Comprehensive: Covers trends, patterns, and actionable insights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8. Flexible: Optional LLM validation for critical calculations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API Dependency: Requires internet connection and OpenRouter API access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API Costs: LLM calls incur usage costs based on token consumption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Processing Speed: API calls add latency compared to pure calculations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Excel Format Dependency: Requires specific table structure (Month column, year columns)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5. Model Limitations: Summary quality depends on LLM model capabilities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6. Error Handling: Limited recovery from malformed Excel structures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7. Token Limits: Summary length constrained by max_tokens (700 tokens)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Support for multiple Excel sheets and file formats (CSV, Google Sheets)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Advanced visualization: Auto-generate charts and graphs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Customizable summary templates for different analysis types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Batch processing: Process multiple Excel files simultaneously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5. Export capabilities: Generate PDF reports and presentations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6. Interactive dashboard: Web-based interface for data exploration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7. Real-time monitoring: Continuous data processing with scheduled runs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8. Multi-model support: Switch between different LLM providers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9. Enhanced error recovery: Better handling of edge cases and data anomalies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Successfully automates Excel data analysis with AI-powered insights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Combines computational accuracy with intelligent interpretation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Significantly reduces manual effort in traffic and session data analysis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Provides actionable insights through comprehensive LLM-generated summaries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Demonstrates practical application of LLM technology in data analytics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Foundation for building more advanced automated analysis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